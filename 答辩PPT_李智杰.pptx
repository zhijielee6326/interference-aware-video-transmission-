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A2F5C"/>
                </a:solidFill>
                <a:latin typeface="微软雅黑"/>
              </a:rPr>
              <a:t>面向信号干扰检测与识别的视频传输平台开发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5D6E80"/>
                </a:solidFill>
                <a:latin typeface="微软雅黑"/>
              </a:rPr>
              <a:t>Interference-Aware Adaptive Video Transmission Platform Based on CCNN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274320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视频源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2527" y="28986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9999" y="27432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7319" y="28986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4791" y="27432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QPSK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2111" y="28986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9583" y="27432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USRP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6903" y="28986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4375" y="27432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CCNN识别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1695" y="28986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99167" y="274320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自适应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26303F"/>
                </a:solidFill>
                <a:latin typeface="微软雅黑"/>
              </a:rPr>
              <a:t>李智杰  2022010843
通信工程（卓越）
指导教师：刘磊
北京信息科技大学 信息与通信工程学院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143000"/>
            <a:ext cx="8503920" cy="45720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48840" y="12344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984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16152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6303F"/>
                </a:solidFill>
                <a:latin typeface="微软雅黑"/>
              </a:rPr>
              <a:t>研究背景与意义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56232"/>
            <a:ext cx="8503920" cy="45720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947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984"/>
                </a:solidFill>
                <a:latin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9384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6303F"/>
                </a:solidFill>
                <a:latin typeface="微软雅黑"/>
              </a:rPr>
              <a:t>系统总体设计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569464"/>
            <a:ext cx="8503920" cy="45720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66090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984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42616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6303F"/>
                </a:solidFill>
                <a:latin typeface="微软雅黑"/>
              </a:rPr>
              <a:t>CCNN干扰识别模型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282696"/>
            <a:ext cx="8503920" cy="45720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37413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984"/>
                </a:solidFill>
                <a:latin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55848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6303F"/>
                </a:solidFill>
                <a:latin typeface="微软雅黑"/>
              </a:rPr>
              <a:t>视频传输系统实现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995928"/>
            <a:ext cx="8503920" cy="45720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408736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984"/>
                </a:solidFill>
                <a:latin typeface="微软雅黑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69080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6303F"/>
                </a:solidFill>
                <a:latin typeface="微软雅黑"/>
              </a:rPr>
              <a:t>实验结果与分析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709160"/>
            <a:ext cx="8503920" cy="45720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48006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984"/>
                </a:solidFill>
                <a:latin typeface="微软雅黑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782312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6303F"/>
                </a:solidFill>
                <a:latin typeface="微软雅黑"/>
              </a:rPr>
              <a:t>总结与展望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无线通信场景中电磁环境复杂，干扰会导致视频链路质量下降甚至中断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传统功率谱阈值方法可解释性强，但低JSR下区分能力有限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深度学习可直接从IQ信号中学习时域和频域特征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需要从算法识别走向可演示、可验证的软件无线电系统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4480560" cy="3291840"/>
          </a:xfrm>
          <a:prstGeom prst="roundRect">
            <a:avLst/>
          </a:prstGeom>
          <a:solidFill>
            <a:srgbClr val="F0F7FD"/>
          </a:solidFill>
          <a:ln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08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A2F5C"/>
                </a:solidFill>
                <a:latin typeface="微软雅黑"/>
              </a:rPr>
              <a:t>本文关注的问题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148840"/>
            <a:ext cx="3566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03F"/>
                </a:solidFill>
                <a:latin typeface="微软雅黑"/>
              </a:defRPr>
            </a:pPr>
            <a:r>
              <a:t>识别：干扰类型是什么</a:t>
            </a:r>
          </a:p>
          <a:p>
            <a:pPr>
              <a:spcAft>
                <a:spcPts val="800"/>
              </a:spcAft>
              <a:defRPr sz="1600">
                <a:solidFill>
                  <a:srgbClr val="26303F"/>
                </a:solidFill>
                <a:latin typeface="微软雅黑"/>
              </a:defRPr>
            </a:pPr>
            <a:r>
              <a:t>决策：链路参数如何调整</a:t>
            </a:r>
          </a:p>
          <a:p>
            <a:pPr>
              <a:spcAft>
                <a:spcPts val="800"/>
              </a:spcAft>
              <a:defRPr sz="1600">
                <a:solidFill>
                  <a:srgbClr val="26303F"/>
                </a:solidFill>
                <a:latin typeface="微软雅黑"/>
              </a:defRPr>
            </a:pPr>
            <a:r>
              <a:t>验证：硬件平台能否闭环运行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国内外研究现状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5029200"/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典型方法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不足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干扰检测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PSD、谱熵、统计阈值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低JSR下灵敏度不足，类型区分能力弱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深度识别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CNN、Transformer、时频图分类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需要与真实链路结合验证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软件无线电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USRP/GNU Radio硬件在环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实时处理和缓冲调度要求高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自适应传输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AMC、FEC、码率控制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需要稳定的干扰感知输入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93776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A2F5C"/>
                </a:solidFill>
                <a:latin typeface="微软雅黑"/>
              </a:rPr>
              <a:t>本文将 CCNN 干扰识别、视频传输链路和 USRP 实机验证整合为完整平台。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本文主要工作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构建7类干扰识别模型：LFM、MTJ、NAM、NFM、STJ、SIN、Clean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实现视频源、JPEG、分包、FEC、QPSK调制解调和RF收发链路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设计多级滞后自适应策略，动态调整JPEG质量、FEC和帧率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完成仿真模式、USRP full模式和实时可视化面板验证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形成论文、Word文档和答辩PPT等交付材料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系统总体架构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789584" y="192024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视频源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735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207" y="19202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JPEG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2527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999" y="19202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分包/FEC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7319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4791" y="19202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QPSK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2111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9583" y="19202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信道/USRP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6903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375" y="19202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AGC/CFO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1695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9167" y="19202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CCNN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16487" y="20756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63959" y="192024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自适应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097280" y="3657600"/>
          <a:ext cx="9875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6809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功能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TX链路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视频采集、压缩、编码、调制、发射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RX链路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接收、同步、解调、解码、显示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控制链路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干扰识别、等级判定、参数反馈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运行模式与关键参数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097280"/>
          <a:ext cx="10515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3931920"/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参数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仿真模式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USRP实机模式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视频分辨率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320×240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160×120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基准JPEG质量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基准帧率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25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5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调制方式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QPSK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QPSK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采样率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2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2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中心频率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2.45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2.45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7类干扰信号模型</a:t>
            </a:r>
          </a:p>
        </p:txBody>
      </p:sp>
      <p:pic>
        <p:nvPicPr>
          <p:cNvPr id="4" name="Picture 3" descr="figure_4_2_interference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69848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CCNN网络结构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182880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IQ输入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2527" y="19842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9999" y="18288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7319" y="19842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4791" y="18288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ResNet+SE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2111" y="19842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9583" y="18288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TCC注意力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6903" y="19842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4375" y="182880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AvgPool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1695" y="198424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99167" y="182880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Softmax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0" y="3291840"/>
          <a:ext cx="9875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3949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参数量占比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CNN特征提取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提取局部时域特征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39.2%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残差网络+SE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增强重要通道并稳定训练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20.3%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多头因果注意力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建模序列依赖关系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37.1%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分类器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输出7类概率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模型训练结果</a:t>
            </a:r>
          </a:p>
        </p:txBody>
      </p:sp>
      <p:pic>
        <p:nvPicPr>
          <p:cNvPr id="4" name="Picture 3" descr="figure_4_4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303520" cy="44805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09728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最佳模型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epoch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总体准确率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99.91%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参数量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96,921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输入长度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5000点IQ信号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43484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A2F5C"/>
                </a:solidFill>
                <a:latin typeface="微软雅黑"/>
              </a:rPr>
              <a:t>模型规模小，适合实时推理；在中高JSR下分类稳定。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混淆矩阵</a:t>
            </a:r>
          </a:p>
        </p:txBody>
      </p:sp>
      <p:pic>
        <p:nvPicPr>
          <p:cNvPr id="4" name="Picture 3" descr="figure_4_5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914400"/>
            <a:ext cx="64008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2918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7类分类任务</a:t>
            </a:r>
          </a:p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Clean类误报率低</a:t>
            </a:r>
          </a:p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主要混淆集中在低JSR窄带类</a:t>
            </a:r>
          </a:p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为自适应策略提供稳定输入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JSR鲁棒性分析</a:t>
            </a:r>
          </a:p>
        </p:txBody>
      </p:sp>
      <p:pic>
        <p:nvPicPr>
          <p:cNvPr id="4" name="Picture 3" descr="jsr_swee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943600" cy="5029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95160" y="1280160"/>
          <a:ext cx="4389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JSR区间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识别表现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≥ 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约99.9%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-2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约99.4%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-4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约96.0%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-6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约65.3%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406908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6303F"/>
                </a:solidFill>
                <a:latin typeface="微软雅黑"/>
              </a:rPr>
              <a:t>低JSR下NAM/STJ更难区分，后续可增加低JSR样本密度。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视频传输TX/RX链路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141732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视频帧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2527" y="157276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9999" y="141732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JPEG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7319" y="157276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4791" y="141732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分包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2111" y="157276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9583" y="141732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FEC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6903" y="157276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4375" y="141732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QPSK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1695" y="157276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99167" y="141732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USRP发送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207" y="283464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USRP接收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2527" y="29900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9999" y="28346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AGC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7319" y="29900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4791" y="28346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同步/CFO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2111" y="29900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9583" y="28346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解调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6903" y="29900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4375" y="2834640"/>
            <a:ext cx="141732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03F"/>
                </a:solidFill>
                <a:latin typeface="微软雅黑"/>
              </a:rPr>
              <a:t>FEC解码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1695" y="2990088"/>
            <a:ext cx="3474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4984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99167" y="2834640"/>
            <a:ext cx="1417320" cy="566928"/>
          </a:xfrm>
          <a:prstGeom prst="roundRect">
            <a:avLst/>
          </a:prstGeom>
          <a:solidFill>
            <a:srgbClr val="124984"/>
          </a:solidFill>
          <a:ln>
            <a:solidFill>
              <a:srgbClr val="124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视频显示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914400" y="4343400"/>
          <a:ext cx="10241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链路设计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关键点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帧结构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14字节协议头 + 480字节载荷 + CRC16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物理层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QPSK，RRC滚降系数0.35，2 MHz采样率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功率谱监测与实时可视化</a:t>
            </a:r>
          </a:p>
        </p:txBody>
      </p:sp>
      <p:pic>
        <p:nvPicPr>
          <p:cNvPr id="4" name="Picture 3" descr="fig_ps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57784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43000"/>
            <a:ext cx="42976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PSD实时显示当前RF频谱</a:t>
            </a:r>
          </a:p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CCNN概率柱状图展示7类置信度</a:t>
            </a:r>
          </a:p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I/Q时域波形辅助判断接收状态</a:t>
            </a:r>
          </a:p>
          <a:p>
            <a:pPr>
              <a:spcAft>
                <a:spcPts val="800"/>
              </a:spcAft>
              <a:defRPr sz="1700">
                <a:solidFill>
                  <a:srgbClr val="26303F"/>
                </a:solidFill>
                <a:latin typeface="微软雅黑"/>
              </a:defRPr>
            </a:pPr>
            <a:r>
              <a:t>JSR曲线用于展示模型鲁棒性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自适应传输策略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60120"/>
          <a:ext cx="9784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1828800"/>
                <a:gridCol w="155448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触发类型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JPEG质量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FEC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FPS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NAM/NFM/SIN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LFM/MTJ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severe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STJ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adaptive_trans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57600"/>
            <a:ext cx="4663440" cy="2286000"/>
          </a:xfrm>
          <a:prstGeom prst="rect">
            <a:avLst/>
          </a:prstGeom>
        </p:spPr>
      </p:pic>
      <p:pic>
        <p:nvPicPr>
          <p:cNvPr id="6" name="Picture 5" descr="fig_adaptiv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466344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仿真模式测试结果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05840"/>
          <a:ext cx="10241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2237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测试项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30秒可视化演示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发送125帧，接收125帧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干扰事件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5次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策略切换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5次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离线CCNN测试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70/70，100.00%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自适应逻辑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8帧干扰确认、3帧等级确认、12帧恢复通过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8720" y="434340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A2F5C"/>
                </a:solidFill>
                <a:latin typeface="微软雅黑"/>
              </a:rPr>
              <a:t>仿真模式验证了系统端到端闭环、模型推理和自适应控制逻辑。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USRP实机与长时间可视化</a:t>
            </a:r>
          </a:p>
        </p:txBody>
      </p:sp>
      <p:pic>
        <p:nvPicPr>
          <p:cNvPr id="4" name="Picture 3" descr="usrp_tes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120640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097280"/>
          <a:ext cx="5120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USRP B210, serial 7MFTKFU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USB 3.0，UHD probe通过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120秒full长测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发送482帧，接收处理块823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实时面板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03F"/>
                          </a:solidFill>
                          <a:latin typeface="微软雅黑"/>
                        </a:rPr>
                        <a:t>PSD/概率/IQ/JSR四面板正常刷新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4754880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A2F5C"/>
                </a:solidFill>
                <a:latin typeface="微软雅黑"/>
              </a:rPr>
              <a:t>实机模式证明系统具备硬件在环运行和演示能力。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USRP JSR实测结果</a:t>
            </a:r>
          </a:p>
        </p:txBody>
      </p:sp>
      <p:pic>
        <p:nvPicPr>
          <p:cNvPr id="4" name="Picture 3" descr="jsr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577840" cy="4937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29400" y="1051560"/>
          <a:ext cx="4480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中高JSR表现</a:t>
                      </a:r>
                    </a:p>
                  </a:txBody>
                  <a:tcPr>
                    <a:solidFill>
                      <a:srgbClr val="12498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LFM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MTJ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NFM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10dB以上稳定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STJ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6dB以上较稳定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NAM/SIN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03F"/>
                          </a:solidFill>
                          <a:latin typeface="微软雅黑"/>
                        </a:rPr>
                        <a:t>仍需优化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主要工作总结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完成7类CCNN干扰识别模型，测试准确率99.91%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实现视频传输完整链路：编码、分包、FEC、QPSK、接收解调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设计稳定的自适应传输策略，能够根据干扰类型切换参数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完成仿真、USRP实机和实时可视化多层验证</a:t>
            </a:r>
          </a:p>
          <a:p>
            <a:pPr>
              <a:spcAft>
                <a:spcPts val="800"/>
              </a:spcAft>
              <a:defRPr sz="1900">
                <a:solidFill>
                  <a:srgbClr val="26303F"/>
                </a:solidFill>
                <a:latin typeface="微软雅黑"/>
              </a:defRPr>
            </a:pPr>
            <a:r>
              <a:t>形成可演示的视频传输平台和完整毕业设计材料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2F5C"/>
          </a:solidFill>
          <a:ln>
            <a:solidFill>
              <a:srgbClr val="0A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不足与展望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当前主要在应用层调节JPEG质量、FEC和帧率，后续可加入物理层抗干扰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低JSR窄带干扰仍有混淆，可增加低JSR样本和时频域特征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实时USRP链路仍存在overflow，可拆分采集线程和推理线程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FEC可升级为Reed-Solomon或LDPC以提升纠错能力</a:t>
            </a:r>
          </a:p>
          <a:p>
            <a:pPr>
              <a:spcAft>
                <a:spcPts val="800"/>
              </a:spcAft>
              <a:defRPr sz="1800">
                <a:solidFill>
                  <a:srgbClr val="26303F"/>
                </a:solidFill>
                <a:latin typeface="微软雅黑"/>
              </a:defRPr>
            </a:pPr>
            <a:r>
              <a:t>未来可扩展到多节点协同检测和在线模型更新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谢谢各位老师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54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E1EFFC"/>
                </a:solidFill>
                <a:latin typeface="微软雅黑"/>
              </a:rPr>
              <a:t>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E80"/>
                </a:solidFill>
                <a:latin typeface="微软雅黑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